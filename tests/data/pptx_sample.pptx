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6F2F77-D7DD-49B8-974D-0731C898E19F}" type="datetimeFigureOut">
              <a:rPr lang="en-ID" smtClean="0"/>
              <a:t>27/10/2026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AE95A8-D55A-40A1-9E78-9F945599CC3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83901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/>
              <a:t>Sebutkan target Q4 sebesar 15 %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AE95A8-D55A-40A1-9E78-9F945599CC33}" type="slidenum">
              <a:rPr lang="en-ID" smtClean="0"/>
              <a:t>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13575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3D139-9403-99A5-7AD6-5B9048DBFD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33ED18-E2E9-D74E-46AC-1C574FA78F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6AD2E-5A3C-A0AD-A3A4-DF487F09D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42C32-97E1-46D2-893B-7421166B1A08}" type="datetimeFigureOut">
              <a:rPr lang="en-ID" smtClean="0"/>
              <a:t>27/10/2026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C4E27-5F41-7408-A5DE-422E3F3FC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2EF88-B029-0F62-AF03-844B9AAE8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88807-3CFD-4F3C-AFFD-266BF5AB1EE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91319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DFBF1-7358-43C5-EB18-F10576C83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0D625-F677-1439-CBFA-06A2A370A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5AD5F-6C4A-58A7-AEFD-7B0A9C929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42C32-97E1-46D2-893B-7421166B1A08}" type="datetimeFigureOut">
              <a:rPr lang="en-ID" smtClean="0"/>
              <a:t>27/10/2026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80A46F-BBE9-54A9-2857-BBED52F27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276DA-B388-DF9B-F69B-409D1606F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88807-3CFD-4F3C-AFFD-266BF5AB1EE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69447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740F9-B13F-93A0-5E31-FE1C5C6FF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B3C92D-653D-390A-3A8C-9527A303D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DF0074-311F-45F5-F0DE-9B8997517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42C32-97E1-46D2-893B-7421166B1A08}" type="datetimeFigureOut">
              <a:rPr lang="en-ID" smtClean="0"/>
              <a:t>27/10/2026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8CA5F-9BD8-B69A-8270-B2DDDD718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83FB5-6E97-1E9E-E127-9F6C934E6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88807-3CFD-4F3C-AFFD-266BF5AB1EE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51703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11F1F-7313-F1E8-765F-0A00E5825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05A2A-8459-A8BA-4629-5CFF6C2607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F3C947-8668-CD0C-1017-2B983506D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E70F31-E8F7-6043-E071-66709CA24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42C32-97E1-46D2-893B-7421166B1A08}" type="datetimeFigureOut">
              <a:rPr lang="en-ID" smtClean="0"/>
              <a:t>27/10/2026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30E8F-D7AD-4675-494D-AFE714EF1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D8402B-5064-62D1-77BF-BDF728E74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88807-3CFD-4F3C-AFFD-266BF5AB1EE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84971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DB043-92FE-E61B-400C-58DEC8343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9AEA59-5765-19D7-6283-87E7BF1FD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5DC10F-6F7E-A56B-4195-9A218E3B4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878490-4CD6-BFC8-D883-AC8A35C804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767287-1A72-0512-48CE-07202BC9EA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EB1E33-3F21-3767-F2B5-ED8D6BC15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42C32-97E1-46D2-893B-7421166B1A08}" type="datetimeFigureOut">
              <a:rPr lang="en-ID" smtClean="0"/>
              <a:t>27/10/2026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F5A47B-B1CA-DA4E-AA25-15D042A50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20DD16-8783-845D-60D2-C497CF743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88807-3CFD-4F3C-AFFD-266BF5AB1EE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7983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2D561-FF4A-DC0B-CB67-729A680E4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C96B0A-70C6-5E92-6910-35B635BE0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42C32-97E1-46D2-893B-7421166B1A08}" type="datetimeFigureOut">
              <a:rPr lang="en-ID" smtClean="0"/>
              <a:t>27/10/2026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3C9F0C-53C5-4522-5881-6FE89CCFD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44B407-0F9A-B5E3-4DE0-DAD4BCE0D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88807-3CFD-4F3C-AFFD-266BF5AB1EE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5167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215737-E456-16BE-CB0B-A96635AE5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42C32-97E1-46D2-893B-7421166B1A08}" type="datetimeFigureOut">
              <a:rPr lang="en-ID" smtClean="0"/>
              <a:t>27/10/2026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BC5FA5-03C4-6448-92BC-726397A22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05947A-B60A-B16A-8076-EF49D792D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88807-3CFD-4F3C-AFFD-266BF5AB1EE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2679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D2372-F4E5-30C5-C8B6-9434884DA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96F67-1240-4DA2-65B8-ACA1438CA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D94772-7718-5775-C58E-780268FD2E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C3BDF3-FEA9-15E2-AA2C-42D8F69EF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42C32-97E1-46D2-893B-7421166B1A08}" type="datetimeFigureOut">
              <a:rPr lang="en-ID" smtClean="0"/>
              <a:t>27/10/2026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C9BEB3-7787-BC43-42E9-3BA31F187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89B16C-01F4-54F7-A323-6737C9877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88807-3CFD-4F3C-AFFD-266BF5AB1EE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98534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79F19-6E23-A2C9-68BD-C6D3CA4A5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305608-8575-059E-2BF7-063CB705C69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A2AE1A-F08B-5B18-A35B-3910696F4C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33D575-5DC1-2A8B-D047-E1E55A556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42C32-97E1-46D2-893B-7421166B1A08}" type="datetimeFigureOut">
              <a:rPr lang="en-ID" smtClean="0"/>
              <a:t>27/10/2026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E0ADAC-ED9E-C260-3FAF-8B31FF34B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8289BC-7A82-9129-CF5F-4A8EB6357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88807-3CFD-4F3C-AFFD-266BF5AB1EE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41940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E3027-BFB6-7CE3-88D4-D209DDBD2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5CCCB6-7051-AC08-2477-3F2925B854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6EFC9-F158-BFEE-875D-05DF2DFA8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42C32-97E1-46D2-893B-7421166B1A08}" type="datetimeFigureOut">
              <a:rPr lang="en-ID" smtClean="0"/>
              <a:t>27/10/2026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81CC6-FB6B-A3C9-5526-478B592AF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DDBA8-ADB8-58BB-26D4-D104B29E8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88807-3CFD-4F3C-AFFD-266BF5AB1EE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64055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686CE8-C141-F5C4-83E0-AB1D2F3796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3476E3-01C6-794F-C28D-DC9E250466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EFBE2-C030-5145-F314-3B9C188F7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42C32-97E1-46D2-893B-7421166B1A08}" type="datetimeFigureOut">
              <a:rPr lang="en-ID" smtClean="0"/>
              <a:t>27/10/2026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8B90C9-1B6D-9572-D05B-9C2DFE7A0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185DDC-5F5D-AE9A-4B80-0AA12F34F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88807-3CFD-4F3C-AFFD-266BF5AB1EE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820838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09A6F-88C8-B476-AB11-4CD2B49BE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C501AF-1FDE-48E2-CC04-553200028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939AA-34DF-94C7-A5FC-C00E36DAF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42C32-97E1-46D2-893B-7421166B1A08}" type="datetimeFigureOut">
              <a:rPr lang="en-ID" smtClean="0"/>
              <a:t>27/10/2026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C5F06-DC5A-BDEC-3CDA-08BFA8BFC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8942B-F7D3-64CD-E70C-F98B41172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88807-3CFD-4F3C-AFFD-266BF5AB1EE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709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8B4A4B-17C1-C9D2-D639-F0518C421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D865FC-67C5-8815-B264-3148CDF41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866C6-8457-8CD7-35BE-67FD31D34A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A42C32-97E1-46D2-893B-7421166B1A08}" type="datetimeFigureOut">
              <a:rPr lang="en-ID" smtClean="0"/>
              <a:t>27/10/2026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E2ECC-A8C2-9C96-70AB-B94CAED13B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A70442-B057-45DC-51D4-C338516855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888807-3CFD-4F3C-AFFD-266BF5AB1EE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6317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E7EFB-55B0-67CA-A437-A865F922C4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D"/>
              <a:t>Laporan Kuartal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6FA244-1C0D-2BD2-A4DF-A7730D35DB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D"/>
              <a:t>Tim Data, Oktober 2026</a:t>
            </a:r>
          </a:p>
        </p:txBody>
      </p:sp>
    </p:spTree>
    <p:extLst>
      <p:ext uri="{BB962C8B-B14F-4D97-AF65-F5344CB8AC3E}">
        <p14:creationId xmlns:p14="http://schemas.microsoft.com/office/powerpoint/2010/main" val="824204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A57DE-E11A-0ACC-7DCA-ADF2A57D9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Ringkasan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09464D-230E-05F8-ED06-3CE548282F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/>
              <a:t>Penjualan naik 12 %</a:t>
            </a:r>
          </a:p>
          <a:p>
            <a:pPr lvl="1"/>
            <a:r>
              <a:rPr lang="en-ID"/>
              <a:t>Jawa Barat paling tinggi</a:t>
            </a:r>
          </a:p>
          <a:p>
            <a:r>
              <a:rPr lang="en-ID"/>
              <a:t>Target Q4 tercapai</a:t>
            </a:r>
          </a:p>
        </p:txBody>
      </p:sp>
    </p:spTree>
    <p:extLst>
      <p:ext uri="{BB962C8B-B14F-4D97-AF65-F5344CB8AC3E}">
        <p14:creationId xmlns:p14="http://schemas.microsoft.com/office/powerpoint/2010/main" val="4019737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041EF-060E-24C3-5DE9-DABCBDF3D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Tabel Wilayah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A992C3B-3FF9-9FD0-1243-FEBAD866FE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6549300"/>
              </p:ext>
            </p:extLst>
          </p:nvPr>
        </p:nvGraphicFramePr>
        <p:xfrm>
          <a:off x="635000" y="1524000"/>
          <a:ext cx="76200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1922888475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058566200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957766078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ID"/>
                        <a:t>Wilayah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/>
                        <a:t>Juli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/>
                        <a:t>Agustus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689259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ID"/>
                        <a:t>Jawa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186895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ID"/>
                        <a:t>Jawa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0881498"/>
                  </a:ext>
                </a:extLst>
              </a:tr>
            </a:tbl>
          </a:graphicData>
        </a:graphic>
      </p:graphicFrame>
      <p:pic>
        <p:nvPicPr>
          <p:cNvPr id="5" name="Picture 4" descr="grafik penjualan per wilayah">
            <a:extLst>
              <a:ext uri="{FF2B5EF4-FFF2-40B4-BE49-F238E27FC236}">
                <a16:creationId xmlns:a16="http://schemas.microsoft.com/office/drawing/2014/main" id="{11356672-799B-CE18-4F5C-E6F07B1DA4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" y="127000"/>
            <a:ext cx="381053" cy="28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930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EB9E02-27E9-22FE-37DF-8A91F177E1D9}"/>
              </a:ext>
            </a:extLst>
          </p:cNvPr>
          <p:cNvSpPr txBox="1"/>
          <p:nvPr/>
        </p:nvSpPr>
        <p:spPr>
          <a:xfrm>
            <a:off x="635000" y="635000"/>
            <a:ext cx="635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/>
              <a:t>Catatan penutup tanpa judul</a:t>
            </a:r>
          </a:p>
        </p:txBody>
      </p:sp>
    </p:spTree>
    <p:extLst>
      <p:ext uri="{BB962C8B-B14F-4D97-AF65-F5344CB8AC3E}">
        <p14:creationId xmlns:p14="http://schemas.microsoft.com/office/powerpoint/2010/main" val="2227327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C2998-94AC-3A9F-CEB7-A04B18C06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Proses</a:t>
            </a:r>
          </a:p>
        </p:txBody>
      </p:sp>
    </p:spTree>
    <p:extLst>
      <p:ext uri="{BB962C8B-B14F-4D97-AF65-F5344CB8AC3E}">
        <p14:creationId xmlns:p14="http://schemas.microsoft.com/office/powerpoint/2010/main" val="2430472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</Words>
  <Application>Microsoft Office PowerPoint</Application>
  <PresentationFormat>Widescreen</PresentationFormat>
  <Paragraphs>20</Paragraphs>
  <Slides>5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Laporan Kuartal 3</vt:lpstr>
      <vt:lpstr>Ringkasan</vt:lpstr>
      <vt:lpstr>Tabel Wilayah</vt:lpstr>
      <vt:lpstr>PowerPoint Presentation</vt:lpstr>
      <vt:lpstr>Proses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</dc:creator>
  <cp:lastModifiedBy>test</cp:lastModifiedBy>
  <cp:revision>1</cp:revision>
  <dcterms:created xsi:type="dcterms:W3CDTF">2026-10-27T08:47:40Z</dcterms:created>
  <dcterms:modified xsi:type="dcterms:W3CDTF">2026-10-27T08:47:40Z</dcterms:modified>
</cp:coreProperties>
</file>